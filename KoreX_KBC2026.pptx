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KINETEX LAB × NOTION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53912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KAUN BANEGA CODEPATI 2026</a:t>
            </a:r>
            <a:endParaRPr lang="en-US" sz="1000" dirty="0"/>
          </a:p>
        </p:txBody>
      </p:sp>
      <p:pic>
        <p:nvPicPr>
          <p:cNvPr id="4" name="Image 0" descr="korex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636" y="1078992"/>
            <a:ext cx="4297680" cy="14319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761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complex event like a </a:t>
            </a:r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center</a:t>
            </a:r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58444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 — KIIT EventOps AI Command Center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13632"/>
            <a:ext cx="10360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thing changes, we fix everything it touches.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828032"/>
            <a:ext cx="3550920" cy="1298448"/>
          </a:xfrm>
          <a:prstGeom prst="roundRect">
            <a:avLst>
              <a:gd name="adj" fmla="val 8451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19016" y="4828032"/>
            <a:ext cx="3550920" cy="1298448"/>
          </a:xfrm>
          <a:prstGeom prst="roundRect">
            <a:avLst>
              <a:gd name="adj" fmla="val 8451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89392" y="4828032"/>
            <a:ext cx="3550920" cy="1298448"/>
          </a:xfrm>
          <a:prstGeom prst="roundRect">
            <a:avLst>
              <a:gd name="adj" fmla="val 8451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8096" y="4992624"/>
            <a:ext cx="311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5285232"/>
            <a:ext cx="3112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Hopeless</a:t>
            </a:r>
            <a:endParaRPr lang="en-US" sz="11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Ambasta · Udit Pandya · Vihan Pandya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38472" y="4992624"/>
            <a:ext cx="311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· KBC-NOTION-03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38472" y="5285232"/>
            <a:ext cx="3112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Team Operations &amp; Event Command Center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308848" y="4992624"/>
            <a:ext cx="311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COLLEGE &amp; LINKS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08848" y="5285232"/>
            <a:ext cx="3112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KIIT University, Bhubaneswar</a:t>
            </a:r>
            <a:endParaRPr lang="en-US" sz="11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github.com/ArnavAmbasta-05/HOPELESS_KBC2026</a:t>
            </a:r>
            <a:endParaRPr lang="en-US" sz="11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live command console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PROBLEM &amp; USERS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small change. Hundreds of hidden breaks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08676" cy="4160520"/>
          </a:xfrm>
          <a:prstGeom prst="roundRect">
            <a:avLst>
              <a:gd name="adj" fmla="val 263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50000"/>
              </a:srgbClr>
            </a:solidFill>
            <a:prstDash val="solid"/>
          </a:ln>
        </p:spPr>
      </p:sp>
      <p:pic>
        <p:nvPicPr>
          <p:cNvPr id="6" name="Image 0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196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77393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564892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60704" y="2468880"/>
            <a:ext cx="462229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sheets, chats &amp; memory —  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model of how anything connects.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22783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60704" y="3131820"/>
            <a:ext cx="462229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venue change cascades  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sessions, volunteers, gear, signage &amp; 1,000+ attendees.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89077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60704" y="3794760"/>
            <a:ext cx="462229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— Main Auditorium fails.  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to tell, or what to move.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553712"/>
            <a:ext cx="91440" cy="9144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60704" y="4457700"/>
            <a:ext cx="462229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 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updates, confused guests, stressed teams.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31636" y="1481328"/>
            <a:ext cx="5408676" cy="4160520"/>
          </a:xfrm>
          <a:prstGeom prst="roundRect">
            <a:avLst>
              <a:gd name="adj" fmla="val 263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87668" y="1719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366F1">
              <a:alpha val="16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8" name="Image 1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181965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072884" y="177393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roles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operational personas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05956" y="254660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43700" y="245059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Commander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authority.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505956" y="292379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743700" y="282778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Lead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homed, staffed, on-time.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505956" y="330098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743700" y="320497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AV Lead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rigs, power &amp; signal per stage.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505956" y="367817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743700" y="358216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Manager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 &amp; speaker readiness.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505956" y="405536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743700" y="395935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Coordinator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skill-match &amp; dispatch the corps.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505956" y="443255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743700" y="433654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Crowd Lead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flow &amp; occupancy.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505956" y="480974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743700" y="471373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Fleet Lead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shuttles &amp; corridors.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505956" y="518693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743700" y="5090922"/>
            <a:ext cx="4622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—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root; every write.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48640" y="5797296"/>
            <a:ext cx="11091672" cy="512064"/>
          </a:xfrm>
          <a:prstGeom prst="roundRect">
            <a:avLst>
              <a:gd name="adj" fmla="val 21429"/>
            </a:avLst>
          </a:prstGeom>
          <a:solidFill>
            <a:srgbClr val="0B1A1E">
              <a:alpha val="90000"/>
            </a:srgbClr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822960" y="5797296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SOLVE   </a:t>
            </a:r>
            <a:pPr algn="l" indent="0" marL="0">
              <a:buNone/>
            </a:pPr>
            <a:r>
              <a:rPr lang="en-US" sz="1350" i="1" dirty="0">
                <a:solidFill>
                  <a:srgbClr val="F8FAFC"/>
                </a:solidFill>
              </a:rPr>
              <a:t>“Main Auditorium is unavailable two hours before the event.”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KIIT EventOps AI Command Center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7068312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KBC 2026 · Kinetex Lab × Notion   </a:t>
            </a:r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SOLUTION &amp;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change-response engine, not a chatbot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KoreX turns venues, sessions, volunteers, transport, registrations and comms into one live, </a:t>
            </a:r>
            <a:pPr algn="l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dependency-aware operation.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84670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03542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7" name="Image 0" descr="icon_det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06" y="2297704"/>
            <a:ext cx="378927" cy="3789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1790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807083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171129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90001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pic>
        <p:nvPicPr>
          <p:cNvPr id="12" name="Image 1" descr="icon_bl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65" y="2297704"/>
            <a:ext cx="378927" cy="3789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88249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193542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557588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76460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pic>
        <p:nvPicPr>
          <p:cNvPr id="17" name="Image 2" descr="icon_simu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324" y="2297704"/>
            <a:ext cx="378927" cy="3789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74708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80001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4944047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062919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pic>
        <p:nvPicPr>
          <p:cNvPr id="22" name="Image 3" descr="icon_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783" y="2297704"/>
            <a:ext cx="378927" cy="37892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761167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966460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330506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449378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7" name="Image 4" descr="icon_appro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242" y="2297704"/>
            <a:ext cx="378927" cy="37892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147626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352919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716965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7835837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32" name="Image 5" descr="icon_execu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701" y="2297704"/>
            <a:ext cx="378927" cy="37892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534085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8739378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Text 27"/>
          <p:cNvSpPr txBox="1"/>
          <p:nvPr/>
        </p:nvSpPr>
        <p:spPr>
          <a:xfrm>
            <a:off x="9103424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9222296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50000"/>
              </a:srgbClr>
            </a:solidFill>
            <a:prstDash val="solid"/>
          </a:ln>
        </p:spPr>
      </p:sp>
      <p:pic>
        <p:nvPicPr>
          <p:cNvPr id="37" name="Image 6" descr="icon_not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1160" y="2297704"/>
            <a:ext cx="378927" cy="37892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920544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0125837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Text 31"/>
          <p:cNvSpPr txBox="1"/>
          <p:nvPr/>
        </p:nvSpPr>
        <p:spPr>
          <a:xfrm>
            <a:off x="10489883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10608755" y="2148840"/>
            <a:ext cx="676656" cy="676656"/>
          </a:xfrm>
          <a:prstGeom prst="roundRect">
            <a:avLst>
              <a:gd name="adj" fmla="val 24000"/>
            </a:avLst>
          </a:prstGeom>
          <a:solidFill>
            <a:srgbClr val="6366F1">
              <a:alpha val="16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42" name="Image 7" descr="icon_tar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7619" y="2297704"/>
            <a:ext cx="378927" cy="37892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307003" y="2871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320954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 → impact → simulate → explain → approve → execute → notify → monitor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548640" y="4160520"/>
            <a:ext cx="2608326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786384" y="4453128"/>
            <a:ext cx="3657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768096" y="4526280"/>
            <a:ext cx="2169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48" name="Text 38"/>
          <p:cNvSpPr txBox="1"/>
          <p:nvPr/>
        </p:nvSpPr>
        <p:spPr>
          <a:xfrm>
            <a:off x="768096" y="5239512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personas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3376422" y="4160520"/>
            <a:ext cx="2608326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3614166" y="4453128"/>
            <a:ext cx="365760" cy="411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1"/>
          <p:cNvSpPr txBox="1"/>
          <p:nvPr/>
        </p:nvSpPr>
        <p:spPr>
          <a:xfrm>
            <a:off x="3595878" y="4526280"/>
            <a:ext cx="2169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4000" dirty="0"/>
          </a:p>
        </p:txBody>
      </p:sp>
      <p:sp>
        <p:nvSpPr>
          <p:cNvPr id="52" name="Text 42"/>
          <p:cNvSpPr txBox="1"/>
          <p:nvPr/>
        </p:nvSpPr>
        <p:spPr>
          <a:xfrm>
            <a:off x="3595878" y="5239512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· Gemini · CARTO · weather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6204204" y="4160520"/>
            <a:ext cx="2608326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441948" y="4453128"/>
            <a:ext cx="365760" cy="4114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6423660" y="4526280"/>
            <a:ext cx="2169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56" name="Text 46"/>
          <p:cNvSpPr txBox="1"/>
          <p:nvPr/>
        </p:nvSpPr>
        <p:spPr>
          <a:xfrm>
            <a:off x="6423660" y="5239512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auto-commits — approval always</a:t>
            </a:r>
            <a:endParaRPr lang="en-US" sz="1050" dirty="0"/>
          </a:p>
        </p:txBody>
      </p:sp>
      <p:sp>
        <p:nvSpPr>
          <p:cNvPr id="57" name="Shape 47"/>
          <p:cNvSpPr/>
          <p:nvPr/>
        </p:nvSpPr>
        <p:spPr>
          <a:xfrm>
            <a:off x="9031986" y="4160520"/>
            <a:ext cx="2608326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9269730" y="4453128"/>
            <a:ext cx="365760" cy="411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9" name="Text 49"/>
          <p:cNvSpPr txBox="1"/>
          <p:nvPr/>
        </p:nvSpPr>
        <p:spPr>
          <a:xfrm>
            <a:off x="9251442" y="4526280"/>
            <a:ext cx="21694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60" name="Text 50"/>
          <p:cNvSpPr txBox="1"/>
          <p:nvPr/>
        </p:nvSpPr>
        <p:spPr>
          <a:xfrm>
            <a:off x="9251442" y="5239512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actions audited</a:t>
            </a:r>
            <a:endParaRPr lang="en-US" sz="1050" dirty="0"/>
          </a:p>
        </p:txBody>
      </p:sp>
      <p:sp>
        <p:nvSpPr>
          <p:cNvPr id="61" name="Text 5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KIIT EventOps AI Command Center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7068312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KBC 2026 · Kinetex Lab × Notion   </a:t>
            </a:r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THE COMMAND CENTER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live operating modules, one surface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55648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6" name="Image 0" descr="icon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38" y="1868302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86328" y="1737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359152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Overview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651760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situational picture &amp; KPIs.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9016" y="1517904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6760" y="1755648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2" name="Image 1" descr="icon_venu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414" y="1868302"/>
            <a:ext cx="286756" cy="2867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56704" y="1737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56760" y="2359152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&amp; Auditoriums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556760" y="2651760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Capacities, AV rigs &amp; staff.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89392" y="1517904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7136" y="1755648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6366F1">
              <a:alpha val="16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8" name="Image 2" descr="icon_schedu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790" y="1868302"/>
            <a:ext cx="286756" cy="2867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27080" y="1737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27136" y="2359152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Schedule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327136" y="2651760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speakers &amp; hostels.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151632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6384" y="3389376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pic>
        <p:nvPicPr>
          <p:cNvPr id="24" name="Image 3" descr="icon_dependenci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38" y="3502030"/>
            <a:ext cx="286756" cy="2867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386328" y="337108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86384" y="3992880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86384" y="4285488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&amp; impact edges.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19016" y="3151632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56760" y="3389376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pic>
        <p:nvPicPr>
          <p:cNvPr id="30" name="Image 4" descr="icon_simul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9414" y="3502030"/>
            <a:ext cx="286756" cy="2867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56704" y="337108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4556760" y="3992880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Studio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4556760" y="4285488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CP-SAT solver &amp; diffs.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089392" y="3151632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7136" y="3389376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50000"/>
              </a:srgbClr>
            </a:solidFill>
            <a:prstDash val="solid"/>
          </a:ln>
        </p:spPr>
      </p:sp>
      <p:pic>
        <p:nvPicPr>
          <p:cNvPr id="36" name="Image 5" descr="icon_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790" y="3502030"/>
            <a:ext cx="286756" cy="2867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927080" y="337108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8327136" y="3992880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Digital Twin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8327136" y="4285488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 shuttles, gates &amp; corridors.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48640" y="4785360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86384" y="50231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42" name="Image 6" descr="icon_volunte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038" y="5135758"/>
            <a:ext cx="286756" cy="286756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386328" y="50048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786384" y="5626608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 &amp; Shifts</a:t>
            </a:r>
            <a:endParaRPr lang="en-US" sz="1350" dirty="0"/>
          </a:p>
        </p:txBody>
      </p:sp>
      <p:sp>
        <p:nvSpPr>
          <p:cNvPr id="45" name="Text 36"/>
          <p:cNvSpPr txBox="1"/>
          <p:nvPr/>
        </p:nvSpPr>
        <p:spPr>
          <a:xfrm>
            <a:off x="786384" y="5919216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match, rebalance &amp; standby.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4319016" y="4785360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556760" y="50231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48" name="Image 7" descr="icon_notiona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9414" y="5135758"/>
            <a:ext cx="286756" cy="286756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156704" y="50048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50" name="Text 40"/>
          <p:cNvSpPr txBox="1"/>
          <p:nvPr/>
        </p:nvSpPr>
        <p:spPr>
          <a:xfrm>
            <a:off x="4556760" y="5626608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&amp; AI Center</a:t>
            </a:r>
            <a:endParaRPr lang="en-US" sz="1350" dirty="0"/>
          </a:p>
        </p:txBody>
      </p:sp>
      <p:sp>
        <p:nvSpPr>
          <p:cNvPr id="51" name="Text 41"/>
          <p:cNvSpPr txBox="1"/>
          <p:nvPr/>
        </p:nvSpPr>
        <p:spPr>
          <a:xfrm>
            <a:off x="4556760" y="5919216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two-way sync &amp; co-pilot.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8089392" y="4785360"/>
            <a:ext cx="3550920" cy="1414272"/>
          </a:xfrm>
          <a:prstGeom prst="roundRect">
            <a:avLst>
              <a:gd name="adj" fmla="val 7759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8327136" y="50231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pic>
        <p:nvPicPr>
          <p:cNvPr id="54" name="Image 8" descr="icon_participa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9790" y="5135758"/>
            <a:ext cx="286756" cy="286756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927080" y="50048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56" name="Text 45"/>
          <p:cNvSpPr txBox="1"/>
          <p:nvPr/>
        </p:nvSpPr>
        <p:spPr>
          <a:xfrm>
            <a:off x="8327136" y="5626608"/>
            <a:ext cx="309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QR Portal</a:t>
            </a:r>
            <a:endParaRPr lang="en-US" sz="1350" dirty="0"/>
          </a:p>
        </p:txBody>
      </p:sp>
      <p:sp>
        <p:nvSpPr>
          <p:cNvPr id="57" name="Text 46"/>
          <p:cNvSpPr txBox="1"/>
          <p:nvPr/>
        </p:nvSpPr>
        <p:spPr>
          <a:xfrm>
            <a:off x="8327136" y="5919216"/>
            <a:ext cx="309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 &amp; offline attendance.</a:t>
            </a:r>
            <a:endParaRPr lang="en-US" sz="1100" dirty="0"/>
          </a:p>
        </p:txBody>
      </p:sp>
      <p:sp>
        <p:nvSpPr>
          <p:cNvPr id="58" name="Text 4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KIIT EventOps AI Command Center</a:t>
            </a:r>
            <a:endParaRPr lang="en-US" sz="900" dirty="0"/>
          </a:p>
        </p:txBody>
      </p:sp>
      <p:sp>
        <p:nvSpPr>
          <p:cNvPr id="59" name="Text 48"/>
          <p:cNvSpPr txBox="1"/>
          <p:nvPr/>
        </p:nvSpPr>
        <p:spPr>
          <a:xfrm>
            <a:off x="7068312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KBC 2026 · Kinetex Lab × Notion   </a:t>
            </a:r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WHAT MAKES KOREX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pillars: intelligent, safe, governed, inclusive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622042" cy="4681728"/>
          </a:xfrm>
          <a:prstGeom prst="roundRect">
            <a:avLst>
              <a:gd name="adj" fmla="val 418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6" name="Image 0" descr="icon_so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562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intelligence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" y="296722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87552" y="2871216"/>
            <a:ext cx="20002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blast-radius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hard hits + deferred ripples.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49808" y="348538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7552" y="3389376"/>
            <a:ext cx="20002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constraint solvers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re-home &amp; rebalance, zero clash.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49808" y="400354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87552" y="3907536"/>
            <a:ext cx="20002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studio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branch, diff, approve.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749808" y="452170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87552" y="4425696"/>
            <a:ext cx="20002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campus digital twin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 KIIT coordinates.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49808" y="503986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87552" y="4943856"/>
            <a:ext cx="20002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resilience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contingency before the rain.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749808" y="555802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87552" y="5462016"/>
            <a:ext cx="20002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knowledge layer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post-event memory.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3371850" y="1517904"/>
            <a:ext cx="2622042" cy="4681728"/>
          </a:xfrm>
          <a:prstGeom prst="roundRect">
            <a:avLst>
              <a:gd name="adj" fmla="val 418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573018" y="1737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pic>
        <p:nvPicPr>
          <p:cNvPr id="22" name="Image 1" descr="icon_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602" y="1837944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554730" y="2267712"/>
            <a:ext cx="22562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you can trust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73018" y="296722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810762" y="287121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Anti-jailbreak AI guard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prompt screened &amp; logged.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3573018" y="400354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810762" y="390753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labelled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“AI-generated, unverified”, cited.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3573018" y="503986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810762" y="494385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drafts, never commits.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6195060" y="1517904"/>
            <a:ext cx="2622042" cy="4681728"/>
          </a:xfrm>
          <a:prstGeom prst="roundRect">
            <a:avLst>
              <a:gd name="adj" fmla="val 418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96228" y="1737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pic>
        <p:nvPicPr>
          <p:cNvPr id="32" name="Image 2" descr="icon_rba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1837944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377940" y="2267712"/>
            <a:ext cx="22562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security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396228" y="2967228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633972" y="287121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Super-admin-only cancellation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written to an audit ledger.</a:t>
            </a:r>
            <a:endParaRPr lang="en-US" sz="980" dirty="0"/>
          </a:p>
        </p:txBody>
      </p:sp>
      <p:sp>
        <p:nvSpPr>
          <p:cNvPr id="36" name="Shape 31"/>
          <p:cNvSpPr/>
          <p:nvPr/>
        </p:nvSpPr>
        <p:spPr>
          <a:xfrm>
            <a:off x="6396228" y="4003548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633972" y="390753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command center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8 personas, least privilege.</a:t>
            </a:r>
            <a:endParaRPr lang="en-US" sz="980" dirty="0"/>
          </a:p>
        </p:txBody>
      </p:sp>
      <p:sp>
        <p:nvSpPr>
          <p:cNvPr id="38" name="Shape 33"/>
          <p:cNvSpPr/>
          <p:nvPr/>
        </p:nvSpPr>
        <p:spPr>
          <a:xfrm>
            <a:off x="6396228" y="5039868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633972" y="494385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who, what, when; correlation IDs.</a:t>
            </a:r>
            <a:endParaRPr lang="en-US" sz="980" dirty="0"/>
          </a:p>
        </p:txBody>
      </p:sp>
      <p:sp>
        <p:nvSpPr>
          <p:cNvPr id="40" name="Shape 35"/>
          <p:cNvSpPr/>
          <p:nvPr/>
        </p:nvSpPr>
        <p:spPr>
          <a:xfrm>
            <a:off x="9018270" y="1517904"/>
            <a:ext cx="2622042" cy="4681728"/>
          </a:xfrm>
          <a:prstGeom prst="roundRect">
            <a:avLst>
              <a:gd name="adj" fmla="val 418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9219438" y="1737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42" name="Image 3" descr="icon_itiner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0022" y="1837944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201150" y="2267712"/>
            <a:ext cx="22562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participants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9219438" y="296722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457182" y="287121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itinerary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venue, timing, shuttle &amp; pickup.</a:t>
            </a:r>
            <a:endParaRPr lang="en-US" sz="980" dirty="0"/>
          </a:p>
        </p:txBody>
      </p:sp>
      <p:sp>
        <p:nvSpPr>
          <p:cNvPr id="46" name="Shape 40"/>
          <p:cNvSpPr/>
          <p:nvPr/>
        </p:nvSpPr>
        <p:spPr>
          <a:xfrm>
            <a:off x="9219438" y="400354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457182" y="390753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attendance, offline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resilient queue auto-syncs.</a:t>
            </a:r>
            <a:endParaRPr lang="en-US" sz="980" dirty="0"/>
          </a:p>
        </p:txBody>
      </p:sp>
      <p:sp>
        <p:nvSpPr>
          <p:cNvPr id="48" name="Shape 42"/>
          <p:cNvSpPr/>
          <p:nvPr/>
        </p:nvSpPr>
        <p:spPr>
          <a:xfrm>
            <a:off x="9219438" y="503986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9457182" y="4943856"/>
            <a:ext cx="200025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change notices  </a:t>
            </a:r>
            <a:pPr algn="l" indent="0" marL="0">
              <a:lnSpc>
                <a:spcPct val="98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stale boards, no misses.</a:t>
            </a:r>
            <a:endParaRPr lang="en-US" sz="980" dirty="0"/>
          </a:p>
        </p:txBody>
      </p:sp>
      <p:sp>
        <p:nvSpPr>
          <p:cNvPr id="50" name="Text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KIIT EventOps AI Command Center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7068312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KBC 2026 · Kinetex Lab × Notion   </a:t>
            </a:r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TECHNICAL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decide. AI only explains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84882" cy="1170432"/>
          </a:xfrm>
          <a:prstGeom prst="roundRect">
            <a:avLst>
              <a:gd name="adj" fmla="val 937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6" name="Image 0" descr="icon_front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013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6736" y="1682496"/>
            <a:ext cx="157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316736" y="1975104"/>
            <a:ext cx="1607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PWA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051810" y="1463040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17570" y="1463040"/>
            <a:ext cx="2484882" cy="1170432"/>
          </a:xfrm>
          <a:prstGeom prst="roundRect">
            <a:avLst>
              <a:gd name="adj" fmla="val 937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873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12" name="Image 1" descr="icon_back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322" y="18013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85666" y="1682496"/>
            <a:ext cx="157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API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185666" y="1975104"/>
            <a:ext cx="1607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Postgres · Redis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5920740" y="1463040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86500" y="1463040"/>
            <a:ext cx="2484882" cy="1170432"/>
          </a:xfrm>
          <a:prstGeom prst="roundRect">
            <a:avLst>
              <a:gd name="adj" fmla="val 937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766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pic>
        <p:nvPicPr>
          <p:cNvPr id="18" name="Image 2" descr="icon_ai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180136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54596" y="1682496"/>
            <a:ext cx="157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7054596" y="1975104"/>
            <a:ext cx="1607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· Gemini · RAG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8789670" y="1463040"/>
            <a:ext cx="347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155430" y="1463040"/>
            <a:ext cx="2484882" cy="1170432"/>
          </a:xfrm>
          <a:prstGeom prst="roundRect">
            <a:avLst>
              <a:gd name="adj" fmla="val 937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5659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366F1">
              <a:alpha val="16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24" name="Image 3" descr="icon_notion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182" y="180136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23526" y="1682496"/>
            <a:ext cx="1570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API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9923526" y="1975104"/>
            <a:ext cx="1607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Databases + pages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2761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MODEL   </a:t>
            </a:r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Typed graph — Venue → Session → Registrants · Session → Task · Volunteer · Speaker · Message → Venue (stale-comms detected).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3401568"/>
            <a:ext cx="5408676" cy="2798064"/>
          </a:xfrm>
          <a:prstGeom prst="roundRect">
            <a:avLst>
              <a:gd name="adj" fmla="val 3922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86384" y="3621024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6366F1">
              <a:alpha val="16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30" name="Image 4" descr="icon_no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3717585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335024" y="3675888"/>
            <a:ext cx="4494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Notion integration  </a:t>
            </a:r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50" dirty="0"/>
          </a:p>
        </p:txBody>
      </p:sp>
      <p:sp>
        <p:nvSpPr>
          <p:cNvPr id="32" name="Shape 25"/>
          <p:cNvSpPr/>
          <p:nvPr/>
        </p:nvSpPr>
        <p:spPr>
          <a:xfrm>
            <a:off x="804672" y="435711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42416" y="426110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 —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Venues · Tasks · Volunteers · Comms · Registrations.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804672" y="480288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42416" y="470687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trigger the engine;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commit the plan.</a:t>
            </a:r>
            <a:endParaRPr lang="en-US" sz="1080" dirty="0"/>
          </a:p>
        </p:txBody>
      </p:sp>
      <p:sp>
        <p:nvSpPr>
          <p:cNvPr id="36" name="Shape 29"/>
          <p:cNvSpPr/>
          <p:nvPr/>
        </p:nvSpPr>
        <p:spPr>
          <a:xfrm>
            <a:off x="804672" y="524865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1042416" y="515264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writes in ~11 s —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links, assignments, 13 tasks, Impact Report, Change Proposal.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804672" y="5694426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1042416" y="559841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happens inside Notion;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retries + dead-letter queue.</a:t>
            </a:r>
            <a:endParaRPr lang="en-US" sz="1080" dirty="0"/>
          </a:p>
        </p:txBody>
      </p:sp>
      <p:sp>
        <p:nvSpPr>
          <p:cNvPr id="40" name="Shape 33"/>
          <p:cNvSpPr/>
          <p:nvPr/>
        </p:nvSpPr>
        <p:spPr>
          <a:xfrm>
            <a:off x="6231636" y="3401568"/>
            <a:ext cx="5408676" cy="2798064"/>
          </a:xfrm>
          <a:prstGeom prst="roundRect">
            <a:avLst>
              <a:gd name="adj" fmla="val 3922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469380" y="3621024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42" name="Image 5" descr="icon_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941" y="3717585"/>
            <a:ext cx="245791" cy="245791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018020" y="3675888"/>
            <a:ext cx="4494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&amp; trust</a:t>
            </a:r>
            <a:endParaRPr lang="en-US" sz="1450" dirty="0"/>
          </a:p>
        </p:txBody>
      </p:sp>
      <p:sp>
        <p:nvSpPr>
          <p:cNvPr id="44" name="Shape 36"/>
          <p:cNvSpPr/>
          <p:nvPr/>
        </p:nvSpPr>
        <p:spPr>
          <a:xfrm>
            <a:off x="6487668" y="435711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6725412" y="426110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OR-Tools decide —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explains, labelled &amp; cited.</a:t>
            </a:r>
            <a:endParaRPr lang="en-US" sz="1080" dirty="0"/>
          </a:p>
        </p:txBody>
      </p:sp>
      <p:sp>
        <p:nvSpPr>
          <p:cNvPr id="46" name="Shape 38"/>
          <p:cNvSpPr/>
          <p:nvPr/>
        </p:nvSpPr>
        <p:spPr>
          <a:xfrm>
            <a:off x="6487668" y="480288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6725412" y="470687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sync,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~3 req/s.</a:t>
            </a:r>
            <a:endParaRPr lang="en-US" sz="1080" dirty="0"/>
          </a:p>
        </p:txBody>
      </p:sp>
      <p:sp>
        <p:nvSpPr>
          <p:cNvPr id="48" name="Shape 40"/>
          <p:cNvSpPr/>
          <p:nvPr/>
        </p:nvSpPr>
        <p:spPr>
          <a:xfrm>
            <a:off x="6487668" y="524865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6725412" y="515264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Branch-only —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merges until a human approves.</a:t>
            </a:r>
            <a:endParaRPr lang="en-US" sz="1080" dirty="0"/>
          </a:p>
        </p:txBody>
      </p:sp>
      <p:sp>
        <p:nvSpPr>
          <p:cNvPr id="50" name="Shape 42"/>
          <p:cNvSpPr/>
          <p:nvPr/>
        </p:nvSpPr>
        <p:spPr>
          <a:xfrm>
            <a:off x="6487668" y="5694426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6725412" y="5598414"/>
            <a:ext cx="465886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Anti-jailbreak guard + full audit trail;  </a:t>
            </a:r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traces to a source record.</a:t>
            </a:r>
            <a:endParaRPr lang="en-US" sz="1080" dirty="0"/>
          </a:p>
        </p:txBody>
      </p:sp>
      <p:sp>
        <p:nvSpPr>
          <p:cNvPr id="52" name="Text 4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KIIT EventOps AI Command Center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7068312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KBC 2026 · Kinetex Lab × Notion   </a:t>
            </a:r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WORKING PROTOTYPE +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Auditorium out, 08:00 — resolved in seconds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651760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92224"/>
            <a:ext cx="3657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84708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6888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impacted sessions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72491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re-homed 4 / 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9856" y="1517904"/>
            <a:ext cx="2651760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792224"/>
            <a:ext cx="365760" cy="411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184708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46888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registrants at risk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72491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cohort-notified by SMS + push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2651760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602736"/>
            <a:ext cx="365760" cy="411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3657600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42793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5354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 reassign · 1 standby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19856" y="3328416"/>
            <a:ext cx="2651760" cy="1591056"/>
          </a:xfrm>
          <a:prstGeom prst="roundRect">
            <a:avLst>
              <a:gd name="adj" fmla="val 6897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3602736"/>
            <a:ext cx="365760" cy="411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39312" y="3657600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3639312" y="42793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tasks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639312" y="45354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at risk — N08 escalated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919472"/>
            <a:ext cx="5522976" cy="512064"/>
          </a:xfrm>
          <a:prstGeom prst="roundRect">
            <a:avLst>
              <a:gd name="adj" fmla="val 21429"/>
            </a:avLst>
          </a:prstGeom>
          <a:solidFill>
            <a:srgbClr val="0B1A1E">
              <a:alpha val="88000"/>
            </a:srgbClr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86384" y="4919472"/>
            <a:ext cx="5065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venues · 1,620 seats modelled   ·   15 / 16 volunteer shifts untouched   ·   0 AI auto-commits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45936" y="1517904"/>
            <a:ext cx="5294376" cy="3913632"/>
          </a:xfrm>
          <a:prstGeom prst="roundRect">
            <a:avLst>
              <a:gd name="adj" fmla="val 2804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20256" y="1755648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script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min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0256" y="2331720"/>
            <a:ext cx="274320" cy="2743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0256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2286000"/>
            <a:ext cx="43434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lead (via Notion): “Main Auditorium unavailable — AC leak.”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20256" y="2913278"/>
            <a:ext cx="274320" cy="2743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0256" y="29132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2867558"/>
            <a:ext cx="43434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KoreX computes the blast radius and re-home options.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20256" y="3494837"/>
            <a:ext cx="274320" cy="2743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0256" y="34948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022592" y="3449117"/>
            <a:ext cx="43434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reviews the Change Proposal and approves inside Notion.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20256" y="4076395"/>
            <a:ext cx="274320" cy="2743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0256" y="40763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022592" y="4030675"/>
            <a:ext cx="43434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Tech, Marketing, Registration &amp; Transport get targeted tasks.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20256" y="4657954"/>
            <a:ext cx="274320" cy="2743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0256" y="46579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022592" y="4612234"/>
            <a:ext cx="43434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participant itineraries &amp; AI briefing update live.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291072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synthetic KIIT golden scenario · KBC 2026 (KIIT Business Conclave).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KIIT EventOps AI Command Center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068312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KBC 2026 · Kinetex Lab × Notion   </a:t>
            </a:r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FEASIBILITY, SCALABILITY &amp;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safe today. Scale across KIIT tomorrow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514344" cy="2578608"/>
          </a:xfrm>
          <a:prstGeom prst="roundRect">
            <a:avLst>
              <a:gd name="adj" fmla="val 425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556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562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81051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" y="25466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42416" y="245059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+ Postgres + Docker Compose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low-setup stack.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" y="303428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42416" y="293827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+ LLM API + small hosting.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" y="352196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42416" y="342595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safe —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before any write.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37304" y="1517904"/>
            <a:ext cx="3514344" cy="2578608"/>
          </a:xfrm>
          <a:prstGeom prst="roundRect">
            <a:avLst>
              <a:gd name="adj" fmla="val 425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5048" y="17556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6" name="Image 1" descr="icon_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632" y="185623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41976" y="181051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593336" y="254660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831080" y="245059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club → all 29 KIIT schools.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93336" y="303428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31080" y="293827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events in parallel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Redis queue, rate-limit-aware sync.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93336" y="352196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831080" y="342595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weather, transport &amp; crowd.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25968" y="1517904"/>
            <a:ext cx="3514344" cy="2578608"/>
          </a:xfrm>
          <a:prstGeom prst="roundRect">
            <a:avLst>
              <a:gd name="adj" fmla="val 4255"/>
            </a:avLst>
          </a:prstGeom>
          <a:solidFill>
            <a:srgbClr val="0E1626">
              <a:alpha val="84000"/>
            </a:srgbClr>
          </a:solidFill>
          <a:ln w="12700">
            <a:solidFill>
              <a:srgbClr val="24324C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363712" y="17556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pic>
        <p:nvPicPr>
          <p:cNvPr id="26" name="Image 2" descr="icon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296" y="1856232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930640" y="181051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382000" y="254660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619744" y="245059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—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one KIIT fest.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382000" y="303428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619744" y="293827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transport &amp; attendance signals.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382000" y="352196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619744" y="3425952"/>
            <a:ext cx="2764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surprise, ever.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4407408"/>
            <a:ext cx="11091672" cy="1517904"/>
          </a:xfrm>
          <a:prstGeom prst="roundRect">
            <a:avLst>
              <a:gd name="adj" fmla="val 7229"/>
            </a:avLst>
          </a:prstGeom>
          <a:solidFill>
            <a:srgbClr val="0A1220">
              <a:alpha val="92000"/>
            </a:srgbClr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8000"/>
              </a:srgbClr>
            </a:outerShdw>
          </a:effectLst>
        </p:spPr>
      </p:sp>
      <p:pic>
        <p:nvPicPr>
          <p:cNvPr id="35" name="Image 3" descr="korex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28032"/>
            <a:ext cx="2103120" cy="70043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3291840" y="4718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in sync. Always ahead.</a:t>
            </a:r>
            <a:endParaRPr lang="en-US" sz="2000" dirty="0"/>
          </a:p>
        </p:txBody>
      </p:sp>
      <p:sp>
        <p:nvSpPr>
          <p:cNvPr id="37" name="Text 31"/>
          <p:cNvSpPr txBox="1"/>
          <p:nvPr/>
        </p:nvSpPr>
        <p:spPr>
          <a:xfrm>
            <a:off x="3291840" y="5193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thing changes, we fix everything it touches.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8074152" y="471830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5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github.com/ArnavAmbasta-05/HOPELESS_KBC2026</a:t>
            </a:r>
            <a:endParaRPr lang="en-US" sz="15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Hopeless · KIIT University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KoreX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KIIT EventOps AI Command Center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7068312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KBC 2026 · Kinetex Lab × Notion   </a:t>
            </a:r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Kinetex Lab x Notion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KoreX — KIIT EventOps AI Command Center</dc:title>
  <dc:subject>PptxGenJS Presentation</dc:subject>
  <dc:creator>Team Hopeless — KIIT</dc:creator>
  <cp:lastModifiedBy>Team Hopeless — KIIT</cp:lastModifiedBy>
  <cp:revision>1</cp:revision>
  <dcterms:created xsi:type="dcterms:W3CDTF">2026-10-03T08:02:16Z</dcterms:created>
  <dcterms:modified xsi:type="dcterms:W3CDTF">2026-10-03T08:02:16Z</dcterms:modified>
</cp:coreProperties>
</file>